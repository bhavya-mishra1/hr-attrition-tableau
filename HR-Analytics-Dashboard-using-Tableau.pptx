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Marcellus" panose="020B0604020202020204" charset="0"/>
      <p:regular r:id="rId8"/>
    </p:embeddedFont>
    <p:embeddedFont>
      <p:font typeface="Montserrat" panose="00000500000000000000" pitchFamily="2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-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07:40:22.860"/>
    </inkml:context>
    <inkml:brush xml:id="br0">
      <inkml:brushProperty name="width" value="0.35" units="cm"/>
      <inkml:brushProperty name="height" value="0.35" units="cm"/>
      <inkml:brushProperty name="color" value="#FFFFCC"/>
    </inkml:brush>
  </inkml:definitions>
  <inkml:trace contextRef="#ctx0" brushRef="#br0">1 252 24575,'101'2'0,"0"4"0,-1 5 0,0 4 0,115 32 0,-148-25 0,-51-16 0,0 0 0,32 5 0,-212-10 0,-118-5 0,272 4 0,-1-2 0,0 1 0,1-1 0,-1-1 0,1 0 0,0 0 0,0-1 0,-17-9 0,23 11 0,0-1 0,-1 0 0,2 0 0,-1-1 0,0 1 0,1-1 0,-1 0 0,1 0 0,0 0 0,1 0 0,-1-1 0,1 1 0,-1-1 0,1 1 0,1-1 0,-1 0 0,1 0 0,0 0 0,0 0 0,-1-7 0,1-17 0,3-52 0,33 188 0,14 135 0,21 113 0,-68-325 0,-1-8 0,3-43 0,22-148 0,-19 138 0,1-1 0,1 1 0,2 1 0,15-30 0,-2 3 0,20-39 0,-26 63 0,19-59 0,-31 75 0,14-47 0,32-68 0,-51 130 0,0 0 0,0-1 0,0 1 0,1 0 0,-1 0 0,1 0 0,-1 0 0,1 0 0,0 0 0,-1 0 0,1 1 0,0-1 0,0 1 0,5-3 0,-7 4 0,1 0 0,-1 0 0,1 0 0,-1-1 0,1 1 0,-1 0 0,1 0 0,-1 0 0,1 1 0,-1-1 0,1 0 0,-1 0 0,1 0 0,-1 0 0,1 0 0,-1 1 0,1-1 0,-1 0 0,0 0 0,1 1 0,-1-1 0,1 0 0,-1 1 0,0-1 0,1 0 0,0 1 0,0 1 0,0 0 0,0 0 0,0 0 0,0 0 0,0 1 0,-1-1 0,1 0 0,-1 0 0,1 4 0,4 45 0,-3 0 0,-5 59 0,1-22 0,1 418 0,4-519 0,0 1 0,0 0 0,1 0 0,1 1 0,6-13 0,-10 22 0,99-254 0,-96 245 0,1-1 0,1 1 0,0 0 0,0 1 0,1-1 0,14-15 0,-11 14 0,0-1 0,-2 1 0,12-23 0,-16 25 0,-1 0 0,0 0 0,0 0 0,-1 0 0,-1-1 0,0 1 0,0-15 0,-3 86 0,1 144 0,1-203 0,0 0 0,0 0 0,0 0 0,1 0 0,-1 0 0,1 0 0,-1 0 0,1 0 0,-1 0 0,1 0 0,0 0 0,0 0 0,0-1 0,0 1 0,0 0 0,2 1 0,-3-3 0,1 1 0,-1-1 0,1 0 0,-1 0 0,1 0 0,-1 0 0,1 0 0,-1 1 0,1-1 0,-1 0 0,1 0 0,-1 0 0,1 0 0,-1-1 0,1 1 0,-1 0 0,1 0 0,-1 0 0,1 0 0,-1 0 0,1-1 0,-1 1 0,1 0 0,16-16 0,-13 12 0,1-1 0,0 1 0,0-1 0,1 1 0,-1 1 0,1-1 0,0 1 0,0 0 0,0 0 0,0 1 0,0-1 0,1 1 0,-1 1 0,1-1 0,0 1 0,-1 1 0,10-1 0,12 1 0,1 2 0,52 9 0,-17-2 0,74 7 0,177 9 0,1169-26 0,-1466 2 0,1 1 0,-1 1 0,27 7 0,-24-5 0,44 5 0,280-7 0,-180-5 0,-148 2 0,-7 1 0,0-1 0,-1 0 0,1 0 0,0-1 0,0 0 0,-1-1 0,1 0 0,-1 0 0,1-1 0,-1-1 0,16-7 0,-14 5 0,-1 0 0,1 0 0,1 1 0,-1 1 0,20-6 0,-26 9 0,0-1 0,0 0 0,0 0 0,-1 0 0,1-1 0,-1 1 0,1-1 0,-1 0 0,0-1 0,0 1 0,0-1 0,-1 1 0,1-1 0,-1 0 0,0-1 0,0 1 0,-1 0 0,1-1 0,-1 0 0,0 1 0,0-1 0,0 0 0,-1 0 0,2-7 0,0-11 0,0 0 0,-2 0 0,0 0 0,-4-29 0,2 12 0,1 36 0,0-1 0,0 1 0,0-1 0,-1 1 0,1-1 0,-1 1 0,0-1 0,-1 1 0,1-1 0,-1 1 0,0 0 0,0 0 0,0 0 0,0 0 0,-1 0 0,1 1 0,-1-1 0,0 1 0,0-1 0,-1 1 0,1 0 0,0 0 0,-1 1 0,0-1 0,0 1 0,0-1 0,0 1 0,0 1 0,0-1 0,-7-1 0,-9-3 0,0 2 0,0 0 0,0 1 0,-1 1 0,1 2 0,-1-1 0,0 2 0,1 1 0,-30 6 0,-41 19 0,61-16 0,-37 7 0,23-7 0,-55 21 0,-37 10 0,88-31 0,9-2 0,-1-1 0,-80 6 0,-54-15 0,64-1 0,-150 16 0,21 5 0,-1 0 0,93-8 0,-198-9 0,163-4 0,103 2 0,-140 19 0,147-10 0,-1-4 0,-75-5 0,114 0 0,27 0 0,-1 0 0,1-1 0,0 0 0,-1 0 0,1-1 0,0 0 0,0 0 0,0-1 0,0 1 0,1-2 0,-1 1 0,1-1 0,-1 0 0,-10-9 0,13 9 0,0 0 0,0-1 0,0 0 0,1 0 0,-1 0 0,1 0 0,0 0 0,1-1 0,0 1 0,-1-1 0,2 0 0,-1 0 0,1 0 0,0 0 0,0 0 0,0 0 0,1 0 0,0-9 0,0 12 0,1 0 0,-1 1 0,0-1 0,1 0 0,0 1 0,0-1 0,-1 0 0,2 1 0,-1-1 0,0 1 0,0-1 0,1 1 0,-1 0 0,1-1 0,0 1 0,0 0 0,0 0 0,2-2 0,0 1 0,0 1 0,1-1 0,-1 1 0,0 0 0,1 0 0,0 0 0,-1 1 0,1 0 0,8-2 0,1 2 0,1 0 0,0 1 0,-1 0 0,1 1 0,-1 1 0,17 4 0,-7 1 0,0 1 0,43 21 0,-51-21 0,1 0 0,0-1 0,0-1 0,1 0 0,0-2 0,0 0 0,22 2 0,144-7-1365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07:40:23.354"/>
    </inkml:context>
    <inkml:brush xml:id="br0">
      <inkml:brushProperty name="width" value="0.35" units="cm"/>
      <inkml:brushProperty name="height" value="0.35" units="cm"/>
      <inkml:brushProperty name="color" value="#FFFFCC"/>
    </inkml:brush>
  </inkml:definitions>
  <inkml:trace contextRef="#ctx0" brushRef="#br0">0 32 24575,'5'0'0,"13"0"0,13 0 0,7 0 0,2-6 0,0 0 0,-2-1 0,-1 2 0,-3 1 0,-2 1 0,0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07:40:25.048"/>
    </inkml:context>
    <inkml:brush xml:id="br0">
      <inkml:brushProperty name="width" value="0.35" units="cm"/>
      <inkml:brushProperty name="height" value="0.35" units="cm"/>
      <inkml:brushProperty name="color" value="#FFFFCC"/>
    </inkml:brush>
  </inkml:definitions>
  <inkml:trace contextRef="#ctx0" brushRef="#br0">640 1 24575,'-590'0'0,"588"0"8,-4 0-204,0 0 0,0 0 0,0 1-1,0-1 1,1 1 0,-8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07:40:30.593"/>
    </inkml:context>
    <inkml:brush xml:id="br0">
      <inkml:brushProperty name="width" value="0.35" units="cm"/>
      <inkml:brushProperty name="height" value="0.35" units="cm"/>
      <inkml:brushProperty name="color" value="#FFFFCC"/>
    </inkml:brush>
  </inkml:definitions>
  <inkml:trace contextRef="#ctx0" brushRef="#br0">1 827 24575,'436'0'0,"-411"-2"0,0 0 0,41-10 0,-37 6 0,43-4 0,136 10 0,23-1 0,-210-2 0,0-1 0,-1-1 0,0-1 0,23-9 0,43-12 0,-38 16 0,0 3 0,1 1 0,53 0 0,-29 7 0,-13 2 0,-1-3 0,72-11 0,27-3 0,-80 9 0,17-7 0,25-2 0,28 16 0,47-3 0,-182 0 0,0-1 0,0 0 0,0-1 0,-1 0 0,19-10 0,-18 8 0,0 0 0,0 1 0,0 1 0,24-5 0,52 4 0,-67 5 0,1-1 0,-1-1 0,1-1 0,29-8 0,69-19 0,-72 20 0,76-27 0,-120 35 0,1 0 0,-1 0 0,0-1 0,0 0 0,0 0 0,0 0 0,0-1 0,-1 1 0,0-1 0,1 0 0,-1-1 0,-1 1 0,1-1 0,-1 0 0,0 1 0,5-11 0,-4 4 0,0-1 0,-2 1 0,1 0 0,-1-1 0,-1 1 0,0-1 0,-1-17 0,-4-272 0,4 306 0,0 68 0,3 1 0,13 81 0,-11-124 0,0 42 0,-4-48 0,1 0 0,1 0 0,6 26 0,-6-42 0,0 2 0,0-1 0,-1 0 0,0 1 0,0 13 0,-2-23 0,1 1 0,-1-1 0,0 1 0,0 0 0,-1-1 0,1 1 0,0-1 0,0 1 0,-1-1 0,1 1 0,-1-1 0,1 1 0,-1-1 0,0 1 0,0-1 0,0 0 0,1 1 0,-1-1 0,0 0 0,-1 0 0,1 0 0,0 1 0,0-1 0,0 0 0,-1-1 0,1 1 0,0 0 0,-1 0 0,1-1 0,-1 1 0,1 0 0,-1-1 0,1 1 0,-1-1 0,-2 0 0,-37 2 0,33-3 0,1 1 0,0 0 0,-1 1 0,1 0 0,0 0 0,-1 0 0,1 1 0,0 0 0,-9 4 0,2 0 49,0 0 0,0-1-1,0-1 1,-1 0 0,0-1 0,-17 2-1,-90-2-1677,119-3 1552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07:40:12.764"/>
    </inkml:context>
    <inkml:brush xml:id="br0">
      <inkml:brushProperty name="width" value="0.35" units="cm"/>
      <inkml:brushProperty name="height" value="0.35" units="cm"/>
      <inkml:brushProperty name="color" value="#FFFFCC"/>
    </inkml:brush>
  </inkml:definitions>
  <inkml:trace contextRef="#ctx0" brushRef="#br0">3552 1530 24575,'-328'-74'0,"20"5"0,218 46 0,-409-85 0,442 103 0,-100 4 0,-13 1 0,80-15 0,59 9 0,-39-3 0,-62-6 0,-19-1 0,-481 14 0,323 4 0,-45-2 0,347 0 0,0 0 0,-1 1 0,1 0 0,-1 0 0,1 1 0,0 0 0,0 0 0,0 0 0,0 1 0,0 0 0,1 1 0,-11 6 0,12-6 0,1-1 0,0 1 0,0 1 0,0-1 0,0 0 0,1 1 0,-1 0 0,1 0 0,0 0 0,1 0 0,-1 0 0,1 1 0,0-1 0,1 1 0,-1-1 0,0 11 0,0-3 0,1 0 0,0-1 0,1 1 0,0 0 0,2 0 0,-1 0 0,5 15 0,-4-22 0,0 0 0,0 0 0,1 0 0,0 0 0,0 0 0,0 0 0,1-1 0,0 1 0,0-1 0,0 0 0,0 0 0,1-1 0,0 1 0,0-1 0,11 6 0,-4-3 0,0-1 0,0-1 0,1 0 0,0 0 0,0-1 0,1-1 0,-1 0 0,1-1 0,0-1 0,-1 0 0,19-1 0,-3 3 0,0 0 0,-1 2 0,1 2 0,-1 0 0,54 23 0,3-1 0,-82-28 0,1 0 0,-1 1 0,1-1 0,-1 1 0,0 0 0,0-1 0,5 5 0,-7-6 0,-1 0 0,0 1 0,0-1 0,0 0 0,1 0 0,-1 0 0,0 1 0,0-1 0,0 0 0,0 0 0,0 1 0,0-1 0,1 0 0,-1 0 0,0 1 0,0-1 0,0 0 0,0 0 0,0 1 0,0-1 0,0 0 0,0 0 0,0 1 0,0-1 0,0 0 0,0 0 0,0 1 0,0-1 0,0 0 0,0 0 0,-1 1 0,1-1 0,0 0 0,0 0 0,0 1 0,-19 6 0,-17-3 0,0-2 0,0-1 0,0-2 0,0-1 0,-56-12 0,36 6 0,-65-1 0,-22 10 0,599-1 0,-422-2 0,65-11 0,19-2 0,422 12 0,-278 5 0,791-2 0,-1033-1 0,-1-1 0,1-1 0,21-6 0,-18 4 0,41-5 0,310 7 0,-190 5 0,-97-3 0,104 3 0,-188-1 0,0-1 0,1 1 0,-1 0 0,0 0 0,0 0 0,0 1 0,0-1 0,0 1 0,0-1 0,0 1 0,0 0 0,3 3 0,-6-5 0,1 1 0,-1-1 0,1 1 0,-1-1 0,0 1 0,1-1 0,-1 1 0,1-1 0,-1 1 0,0 0 0,0-1 0,1 1 0,-1 0 0,0-1 0,0 1 0,0 0 0,0-1 0,0 1 0,0 0 0,0-1 0,0 1 0,0 0 0,0 1 0,-1-1 0,1 0 0,-1 0 0,0 0 0,0 0 0,0 0 0,0 0 0,0 0 0,0 0 0,0 0 0,0-1 0,0 1 0,0 0 0,0-1 0,-1 1 0,1 0 0,0-1 0,-2 1 0,-9 3 0,0-1 0,0-1 0,0 0 0,-1 0 0,1-1 0,-1-1 0,1 0 0,-17-3 0,-102-21 0,106 19 0,-41-8 0,-1 3 0,0 3 0,-92 2 0,57 4 0,-85 4 0,90 11 0,-16 2 0,7-13 0,-78 7 0,41 8 0,29-3 0,-157 2 0,259-16 0,0-1 0,0 2 0,0 0 0,0 0 0,0 1 0,0 0 0,1 1 0,0 0 0,-1 1 0,1 1 0,1 0 0,-12 8 0,-5-1 0,-20 12 0,45-24 0,1 0 0,-1 0 0,1 1 0,-1-1 0,0 0 0,1 1 0,0-1 0,-1 1 0,1-1 0,0 1 0,0 0 0,0 0 0,0-1 0,0 1 0,0 0 0,1 0 0,-1 0 0,1 0 0,-1 3 0,1-4 0,0 0 0,1 1 0,-1-1 0,0 0 0,1 1 0,0-1 0,-1 0 0,1 0 0,0 0 0,0 0 0,-1 1 0,1-1 0,0 0 0,0-1 0,0 1 0,0 0 0,0 0 0,1 0 0,-1 0 0,0-1 0,0 1 0,2 0 0,36 14 0,-26-10 0,21 6 0,0-1 0,1-1 0,0-2 0,0-1 0,0-2 0,1-1 0,41-3 0,69 0 0,96-3 0,-109-13 0,-82 8 0,65-1 0,620 10 0,-714-1 0,1-2 0,0-1 0,-1-1 0,42-13 0,86-40 0,-21 6 0,28-13 0,-150 61 0,0-2 0,-1 1 0,0-1 0,0 0 0,0 0 0,-1 0 0,1-1 0,-1 0 0,0 0 0,-1 0 0,0-1 0,0 0 0,0 0 0,-1 0 0,0 0 0,0 0 0,2-10 0,-2 9 0,1-1 0,-1 1 0,2 0 0,8-13 0,-9 15 0,1-1 0,-1 1 0,-1-1 0,1 0 0,-1 0 0,-1 0 0,1-1 0,1-7 0,-2-13 0,-1 1 0,0-1 0,-2 0 0,-2 0 0,0 1 0,-2-1 0,-1 1 0,-1 0 0,-13-32 0,17 51 0,0 1 0,0 0 0,-1 1 0,0-1 0,0 0 0,-1 1 0,1 0 0,-1 0 0,-1 1 0,1-1 0,-1 1 0,0 0 0,0 0 0,-1 1 0,1 0 0,-1 0 0,0 1 0,0-1 0,-12-2 0,7 2 0,0 2 0,0 0 0,0 0 0,0 1 0,-1 0 0,1 1 0,0 1 0,-1 0 0,1 1 0,0 0 0,-20 6 0,-152 42 0,-85 27 0,84-18 0,121-40 0,25-9 0,1-1 0,-1-3 0,-65 4 0,-122-12 0,97-1 0,-121-13 0,0-1 0,137 16 0,-203 5 0,1 38 0,8 28 0,251-56 0,11-4 0,0-2 0,0-1 0,-89 0 0,126-8 0,5 1 0,-1-1 0,1 1 0,0 0 0,-1 0 0,1 0 0,-1 0 0,1 1 0,0-1 0,0 1 0,-1 0 0,1 0 0,0 0 0,0 0 0,0 1 0,-3 1 0,6-2 0,0-1 0,0 1 0,0-1 0,0 1 0,1-1 0,-1 1 0,0-1 0,0 1 0,1-1 0,-1 1 0,0-1 0,1 0 0,-1 1 0,0-1 0,1 1 0,-1-1 0,1 0 0,-1 1 0,0-1 0,1 0 0,-1 0 0,1 1 0,-1-1 0,1 0 0,-1 0 0,1 0 0,-1 0 0,1 0 0,0 1 0,22 7 0,-21-7 0,64 19 0,83 14 0,-65-16 0,-82-18 0,63 16 0,1-3 0,0-3 0,95 3 0,-149-14 0,70 0 0,-71 1 0,-54 0 0,-462 0 0,499 0 0,1 0 0,-1 0 0,1 0 0,0 1 0,0 0 0,-1 0 0,1 1 0,0-1 0,-6 4 0,8-4 0,1 1 0,0-1 0,0 1 0,0 0 0,0 0 0,0 0 0,0 0 0,0 0 0,1 0 0,-1 1 0,1-1 0,0 1 0,-1-1 0,1 1 0,0-1 0,1 1 0,-1-1 0,0 1 0,1 0 0,-1 3 0,0 2 0,0 0 0,1 0 0,-1 0 0,2 0 0,-1 0 0,1 1 0,0-1 0,1 0 0,0-1 0,0 1 0,4 8 0,-4-13 0,0 1 0,0-1 0,0 0 0,0 1 0,0-1 0,1 0 0,-1 0 0,1-1 0,0 1 0,0 0 0,0-1 0,0 0 0,1 0 0,-1 0 0,0 0 0,1 0 0,0-1 0,-1 1 0,1-1 0,0 0 0,0 0 0,-1-1 0,1 1 0,8-1 0,3-1 0,-1-1 0,1 0 0,0-1 0,-1-1 0,0 0 0,0-1 0,14-7 0,35-11 0,-52 20 0,20-7 0,0 2 0,0 1 0,1 1 0,46-1 0,-65 6 0,1 2 0,-1-1 0,17 4 0,-25-2 0,0-1 0,0 1 0,-1-1 0,1 1 0,0 1 0,-1-1 0,0 1 0,1 0 0,-1 0 0,0 0 0,6 6 0,-4-3 0,7 7 0,-1 1 0,16 22 0,-25-33 0,-1 1 0,0 0 0,1-1 0,-2 1 0,1 0 0,0 0 0,-1 0 0,0 0 0,0 0 0,0 1 0,0-1 0,-1 0 0,0 0 0,1 1 0,-2-1 0,0 6 0,1-8 0,-2 1 0,1-1 0,0 0 0,0 0 0,-1 0 0,1 0 0,-1 0 0,1 0 0,-1 0 0,0-1 0,0 1 0,0 0 0,0-1 0,0 0 0,0 1 0,0-1 0,0 0 0,0 0 0,-1 0 0,1 0 0,-1-1 0,1 1 0,0-1 0,-1 1 0,1-1 0,-5 0 0,-6 1 0,1-1 0,-1 0 0,-25-3 0,8-3 0,0-2 0,1 0 0,-55-24 0,-83-52 0,135 68 0,-30-19 0,-102-75 0,155 104 0,-18-18 0,27 24 0,0 0 0,0-1 0,0 1 0,0 0 0,0 0 0,0 0 0,0-1 0,-1 1 0,1 0 0,0 0 0,0-1 0,0 1 0,0 0 0,0 0 0,0-1 0,0 1 0,0 0 0,0 0 0,0-1 0,0 1 0,1 0 0,-1 0 0,0-1 0,0 1 0,0 0 0,0 0 0,0-1 0,0 1 0,0 0 0,1 0 0,-1 0 0,0 0 0,0-1 0,0 1 0,1 0 0,-1 0 0,0 0 0,0-1 0,22-2 0,97 4 0,-75 1 0,1-1 0,-1-3 0,60-9 0,684-94 0,-56 15 0,-490 29 0,-109 23 0,-22 9 0,267-60 0,-309 81 0,-53 7 0,1-1 0,0 0 0,-1-1 0,1-1 0,-1 0 0,0-1 0,28-14 0,-43 19 0,12-8 0,1 0 0,0 1 0,0 1 0,0 0 0,1 1 0,0 0 0,20-3 0,-23 7 0,0-1 0,0 0 0,0-1 0,-1-1 0,23-9 0,-30 11 0,0 0 0,0-1 0,0 1 0,0-1 0,-1 0 0,1 0 0,-1 0 0,0-1 0,0 1 0,0-1 0,-1 1 0,1-1 0,-1 0 0,0 0 0,0 0 0,0-1 0,0 1 0,-1 0 0,2-6 0,1-21 0,-1-1 0,-1 0 0,-2 0 0,-3-33 0,0 28 0,2 0 0,6-59 0,16-18 0,57-184 0,-67 248 0,-10 41 0,0-1 0,1 1 0,1 0 0,-1-1 0,6-10 0,-8 20 0,0-1 0,1 0 0,-1 1 0,0-1 0,0 0 0,0 1 0,1-1 0,-1 1 0,0-1 0,1 0 0,-1 1 0,0-1 0,1 1 0,-1-1 0,1 1 0,-1-1 0,1 1 0,-1-1 0,1 1 0,0 0 0,-1-1 0,1 1 0,-1 0 0,1 0 0,0-1 0,-1 1 0,1 0 0,-1 0 0,1 0 0,0 0 0,-1-1 0,1 1 0,0 0 0,0 0 0,-1 1 0,1-1 0,0 0 0,-1 0 0,1 0 0,-1 0 0,1 0 0,0 1 0,-1-1 0,1 0 0,0 1 0,-1-1 0,1 0 0,-1 1 0,1-1 0,-1 1 0,1-1 0,-1 1 0,1 0 0,1 2 0,1 0 0,-1 0 0,0 0 0,-1 1 0,1-1 0,-1 1 0,1-1 0,0 6 0,5 37 0,-2 0 0,-2 0 0,-6 91 0,0-35 0,2-69 0,4 133 0,0-135 0,0 0 0,2 0 0,12 39 0,-10-48 0,0 3 0,1 0 0,1-1 0,16 30 0,-23-49 0,1 0 0,0 0 0,0 0 0,0-1 0,1 1 0,-1-1 0,1 0 0,0 0 0,1 0 0,-1-1 0,0 0 0,1 1 0,0-1 0,0-1 0,0 1 0,0-1 0,0 0 0,0 0 0,1-1 0,-1 1 0,7 0 0,-10-2 0,0 0 0,-1 0 0,1 0 0,0 0 0,0 0 0,-1 0 0,1 0 0,0-1 0,0 1 0,-1-1 0,1 1 0,0-1 0,-1 0 0,1 1 0,-1-1 0,1 0 0,-1 0 0,1 0 0,-1 0 0,2-3 0,-1 2 0,-1 0 0,1-1 0,-1 1 0,0-1 0,0 1 0,0-1 0,0 0 0,0 1 0,0-1 0,-1 0 0,0 0 0,1-2 0,-1-11 0,-1 0 0,-1 0 0,-6-29 0,4 27 0,-64-247 0,17 82 0,34 116 0,-40-98 0,56 163 0,-12-25 0,5 21 0,3 19 0,1 48 0,4 111 0,3-73 0,-2 616 0,-1-710 0,0-1 0,0 1 0,0-1 0,-1 1 0,0-1 0,1 0 0,-1 1 0,-1-1 0,1 0 0,-1 0 0,1 0 0,-1 0 0,-1 0 0,-3 6 0,3-7 0,0 0 0,-1-1 0,1 1 0,-1-1 0,1 0 0,-1 0 0,0 0 0,1-1 0,-1 1 0,0-1 0,0 0 0,0 0 0,0-1 0,0 1 0,0-1 0,-6 0 0,5 1 0,0-1 0,0 0 0,1 0 0,-1-1 0,0 0 0,0 0 0,1 0 0,-1 0 0,0-1 0,1 1 0,-1-1 0,1 0 0,0-1 0,0 1 0,0-1 0,0 0 0,0 0 0,0 0 0,1 0 0,-1-1 0,1 1 0,0-1 0,0 0 0,1 0 0,-1 0 0,-2-5 0,-39-49 0,10 16 0,30 36 0,0 1 0,-1 0 0,0 0 0,0 0 0,0 0 0,-1 1 0,1 0 0,-13-7 0,16 10 0,1 0 0,-1 1 0,0-1 0,1 0 0,-1 1 0,0 0 0,1-1 0,-1 1 0,0 0 0,0 0 0,1 0 0,-1 0 0,0 0 0,0 0 0,1 0 0,-1 1 0,0-1 0,0 0 0,1 1 0,-1 0 0,1-1 0,-1 1 0,0 0 0,1 0 0,-1 0 0,1 0 0,0 0 0,-1 0 0,1 0 0,0 1 0,0-1 0,0 0 0,-1 1 0,1-1 0,1 1 0,-1-1 0,0 1 0,0-1 0,1 1 0,-2 2 0,0 4 0,-1-1 0,1 1 0,0-1 0,1 1 0,0 0 0,0 0 0,0-1 0,1 1 0,1 0 0,-1 0 0,3 13 0,-2-17 0,0 0 0,0 0 0,0 0 0,1-1 0,-1 1 0,1 0 0,0 0 0,0-1 0,0 1 0,1-1 0,-1 0 0,1 0 0,0 0 0,-1 0 0,1 0 0,1 0 0,-1-1 0,0 0 0,1 1 0,-1-1 0,1 0 0,0-1 0,6 3 0,7-1 0,-1 0 0,1-1 0,0-1 0,0 0 0,0-2 0,0 0 0,-1-1 0,1 0 0,0-1 0,18-7 0,-31 9 0,1-1 0,-1 1 0,1 0 0,-1 1 0,1-1 0,-1 1 0,1 0 0,-1 0 0,1 0 0,-1 0 0,1 1 0,-1 0 0,0 0 0,1 0 0,-1 1 0,0-1 0,0 1 0,1 0 0,-1 0 0,-1 0 0,1 1 0,0 0 0,-1-1 0,1 1 0,-1 0 0,5 6 0,4 7 0,-1 0 0,-1 1 0,-1 0 0,0 1 0,7 19 0,-7-15 0,22 39 0,-24-52 0,1 0 0,-1 0 0,1 0 0,1-1 0,-1 0 0,18 11 0,-24-17 0,1-1 0,-1 1 0,1-1 0,0 0 0,-1 0 0,1 0 0,0 0 0,0 0 0,0-1 0,0 1 0,0-1 0,0 0 0,5 0 0,-6 0 0,0-1 0,0 1 0,0-1 0,-1 0 0,1 0 0,0 0 0,0 0 0,-1 0 0,1 0 0,0 0 0,-1-1 0,1 1 0,-1 0 0,0-1 0,1 0 0,-1 1 0,0-1 0,0 0 0,0 1 0,0-1 0,0 0 0,1-3 0,1-4 0,0 0 0,0-1 0,-1 1 0,0-1 0,-1 0 0,0 1 0,0-1 0,-1 0 0,0 0 0,-1 0 0,0 1 0,-1-1 0,-3-12 0,-5-11 0,-2 1 0,-23-47 0,18 43 0,-14-39 0,-32-154 0,62 225 0,-6-25 0,7 28 0,-1-1 0,1 1 0,0 0 0,0-1 0,0 1 0,0-1 0,0 1 0,0 0 0,0-1 0,0 1 0,1 0 0,-1-1 0,1 1 0,-1 0 0,1 0 0,-1-1 0,2-1 0,-2 4 0,1-1 0,0 0 0,-1 1 0,1-1 0,-1 1 0,1-1 0,-1 0 0,0 1 0,1-1 0,-1 1 0,1-1 0,-1 1 0,0-1 0,0 1 0,1-1 0,-1 1 0,0 0 0,0-1 0,1 1 0,-1-1 0,0 1 0,0 0 0,0-1 0,0 1 0,0 0 0,0 0 0,5 21 0,1 70 0,-5 128 0,-4-90 0,4-75 0,1-16 0,-6 50 0,3-78 0,-1 0 0,0-1 0,0 1 0,-1 0 0,-1-1 0,0 0 0,0 0 0,-1 0 0,-7 12 0,10-20 0,1-1 0,0 1 0,0 0 0,-1-1 0,1 1 0,-1-1 0,0 0 0,1 1 0,-1-1 0,0 0 0,0 0 0,1 0 0,-4 1 0,5-2 0,-1 0 0,0 0 0,0 0 0,0 0 0,1 0 0,-1 0 0,0 0 0,0 0 0,0 0 0,0-1 0,1 1 0,-1 0 0,0-1 0,0 1 0,1 0 0,-1-1 0,0 1 0,1-1 0,-1 1 0,0-1 0,1 1 0,-1-1 0,1 1 0,-1-1 0,1 0 0,-1 1 0,1-1 0,-1 0 0,1 1 0,0-1 0,-1 0 0,1 0 0,0 1 0,0-1 0,-1 0 0,1-1 0,-67-192 0,0 0-1365,44 121-5461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07:40:38.284"/>
    </inkml:context>
    <inkml:brush xml:id="br0">
      <inkml:brushProperty name="width" value="0.35" units="cm"/>
      <inkml:brushProperty name="height" value="0.35" units="cm"/>
      <inkml:brushProperty name="color" value="#FFFFCC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07:39:54.055"/>
    </inkml:context>
    <inkml:brush xml:id="br0">
      <inkml:brushProperty name="width" value="0.35" units="cm"/>
      <inkml:brushProperty name="height" value="0.35" units="cm"/>
      <inkml:brushProperty name="color" value="#FFFFCC"/>
    </inkml:brush>
  </inkml:definitions>
  <inkml:trace contextRef="#ctx0" brushRef="#br0">4216 406 24575,'0'-46'0,"-1"-58"0,1 102 0,0 0 0,0 1 0,0-1 0,0 0 0,0 1 0,-1-1 0,1 0 0,0 1 0,-1-1 0,0 1 0,1-1 0,-1 0 0,0 1 0,0 0 0,1-1 0,-1 1 0,0-1 0,0 1 0,-1 0 0,1 0 0,0 0 0,0-1 0,-1 1 0,-2-1 0,3 2 0,-1 0 0,0 0 0,1 0 0,-1 1 0,0-1 0,0 0 0,1 1 0,-1-1 0,1 1 0,-1 0 0,0 0 0,1-1 0,-1 1 0,1 0 0,0 0 0,-1 1 0,1-1 0,0 0 0,0 0 0,-1 1 0,1-1 0,0 0 0,0 1 0,0 1 0,-5 5 0,2 0 0,-1 1 0,1-1 0,0 1 0,1 0 0,0 0 0,0 0 0,1 0 0,0 1 0,-1 14 0,1 14 0,4 52 0,1-38 0,-4-47 0,1 0 0,1-1 0,-1 1 0,1 0 0,0 0 0,0 0 0,0-1 0,1 1 0,-1 0 0,1-1 0,0 1 0,1-1 0,3 6 0,-3-8 0,-1 1 0,1-1 0,0 0 0,-1 0 0,1 0 0,0 0 0,0 0 0,1-1 0,-1 0 0,0 1 0,0-1 0,1 0 0,-1-1 0,0 1 0,1 0 0,-1-1 0,1 0 0,-1 0 0,7-1 0,-8 1 0,1 0 0,0 0 0,-1 0 0,1-1 0,-1 1 0,1-1 0,0 0 0,-1 0 0,1 0 0,-1 0 0,0 0 0,1 0 0,-1-1 0,0 1 0,0-1 0,0 0 0,0 1 0,0-1 0,0 0 0,-1 0 0,1 0 0,0 0 0,-1-1 0,0 1 0,2-4 0,1-4 0,-1 0 0,-1 0 0,0 0 0,0 0 0,0-14 0,3-15 0,-4 36 0,0-1 0,0 0 0,-1 1 0,1-1 0,-1 0 0,0 0 0,0 1 0,0-1 0,-1 0 0,0 0 0,-1-4 0,1 6 0,0 0 0,0 1 0,0-1 0,-1 0 0,1 1 0,0-1 0,-1 1 0,1 0 0,-1-1 0,0 1 0,1 0 0,-1 0 0,0 0 0,0 0 0,0 1 0,0-1 0,0 0 0,0 1 0,0-1 0,0 1 0,0 0 0,-4-1 0,-8 1 0,-1 1 0,0 0 0,1 0 0,-1 2 0,1 0 0,-1 0 0,1 2 0,0-1 0,-20 12 0,-27 6 0,29-12 0,1-1 0,-1-2 0,-1-2 0,1 0 0,-49-1 0,-2924-6 0,2974 4 0,0 1 0,-35 8 0,32-5 0,-52 3 0,-194-8 0,127-2 0,147 1 0,0 0 0,1 0 0,-1-1 0,1 0 0,0 0 0,-1 0 0,1 0 0,0-1 0,-7-3 0,10 4 0,-1-1 0,1 1 0,0-1 0,0 0 0,0 0 0,0 0 0,0 0 0,0-1 0,0 1 0,1 0 0,-1-1 0,1 1 0,-1-1 0,1 0 0,0 1 0,0-1 0,1 0 0,-1 0 0,0-4 0,0-4 0,0-1 0,1 1 0,1 0 0,0 0 0,1-1 0,0 1 0,0 0 0,1 0 0,1 1 0,0-1 0,8-16 0,-5 11 0,0-1 0,-1 0 0,6-34 0,-9 30 0,-3 12 0,1-1 0,1 1 0,-1 0 0,1 0 0,1 1 0,5-14 0,-7 20 0,1 0 0,-1 0 0,0 0 0,1 0 0,0 0 0,-1 1 0,1-1 0,0 1 0,0-1 0,0 1 0,0-1 0,0 1 0,0 0 0,0 0 0,0 0 0,1 0 0,-1 1 0,0-1 0,1 0 0,-1 1 0,0 0 0,1-1 0,-1 1 0,1 0 0,-1 0 0,0 1 0,1-1 0,-1 0 0,0 1 0,4 1 0,2 0 0,-1 0 0,0 1 0,1 0 0,-1 0 0,0 1 0,-1 0 0,1 0 0,-1 1 0,1 0 0,-1 0 0,-1 0 0,1 1 0,-1 0 0,0 0 0,0 0 0,-1 1 0,8 13 0,-5-5 0,0 0 0,0 0 0,-2 1 0,0 0 0,0 0 0,-2 1 0,3 24 0,-2 22 0,-9 123 0,4-178 0,-1-1 0,1 0 0,-2 0 0,1 0 0,-1 0 0,0 0 0,0-1 0,-1 1 0,0-1 0,0 0 0,0 0 0,-1 0 0,0 0 0,0-1 0,-6 5 0,-25 31 0,35-40 0,0-1 0,1 1 0,-1-1 0,1 1 0,-1-1 0,1 1 0,-1-1 0,1 1 0,0-1 0,-1 1 0,1-1 0,0 1 0,-1 0 0,1-1 0,0 1 0,0 0 0,0-1 0,-1 1 0,1 0 0,0-1 0,0 1 0,0 0 0,0 0 0,0-1 0,0 1 0,0 0 0,1-1 0,-1 1 0,0 0 0,0-1 0,0 1 0,1 0 0,-1-1 0,0 1 0,1-1 0,-1 1 0,1 0 0,-1-1 0,0 1 0,1-1 0,-1 1 0,1-1 0,0 1 0,-1-1 0,1 0 0,-1 1 0,1-1 0,0 0 0,-1 1 0,1-1 0,-1 0 0,1 0 0,0 0 0,0 1 0,-1-1 0,1 0 0,0 0 0,-1 0 0,1 0 0,0 0 0,-1 0 0,2-1 0,4 2 0,1-1 0,-1 0 0,1-1 0,-1 0 0,9-2 0,146-45 0,-123 38 0,-12 3 0,1 1 0,-1 1 0,45-2 0,302 9 0,-343-1 0,1 2 0,36 9 0,-34-6 0,53 3 0,-66-8 0,17-1 0,-1 2 0,69 13 0,-57-7 0,1-3 0,-1-1 0,95-6 0,-40-1 0,-79 4 0,-1 1 0,1 1 0,41 10 0,-37-8 0,51 4 0,-47-7 0,32 7 0,11 2 0,0-4 0,0-2 0,95-8 0,-37 1 0,827 2 0,-943-2 0,-1 1 0,1-2 0,-1-1 0,0 0 0,31-12 0,-24 8 0,42-10 0,-54 17 0,-4 0 0,-1 0 0,0 0 0,0-1 0,0 1 0,9-5 0,-14 5 0,0 1 0,0-1 0,0 1 0,0-1 0,0 0 0,-1 0 0,1 0 0,0 1 0,0-1 0,0 0 0,-1 0 0,1 0 0,0 0 0,-1 0 0,1 0 0,-1 0 0,1 0 0,-1-1 0,0 1 0,1 0 0,-1 0 0,0 0 0,0 0 0,0-1 0,0 1 0,0 0 0,0 0 0,0 0 0,0 0 0,0-1 0,-1 1 0,1 0 0,0 0 0,-1 0 0,0-1 0,-9-24 0,0 0 0,-2 1 0,-1 1 0,-2 0 0,0 0 0,-1 2 0,-1 0 0,-30-30 0,25 28 0,1-1 0,2-1 0,0-1 0,2-1 0,1 0 0,1-1 0,-11-34 0,9 32 0,13 24 0,0 0 0,0 1 0,1-1 0,0-1 0,0 1 0,1 0 0,-2-10 0,4 16 0,0 0 0,0 0 0,1 1 0,-1-1 0,0 0 0,1 0 0,-1 0 0,1 0 0,0 0 0,-1 1 0,1-1 0,-1 0 0,1 0 0,0 1 0,0-1 0,-1 0 0,1 1 0,0-1 0,0 1 0,0-1 0,0 1 0,0 0 0,-1-1 0,1 1 0,0 0 0,0-1 0,0 1 0,0 0 0,0 0 0,0 0 0,0 0 0,2 0 0,33 0 0,-32 0 0,1 1 0,-1 0 0,0 0 0,0 0 0,0 0 0,0 1 0,0 0 0,0 0 0,0 0 0,0 0 0,0 1 0,-1-1 0,0 1 0,1 0 0,-1 0 0,3 4 0,3 4 0,-1 1 0,-1 0 0,11 22 0,-11-18 0,1-1 0,13 18 0,-18-29 0,0 0 0,1 0 0,-1 0 0,1-1 0,0 1 0,0-1 0,0 0 0,1 0 0,-1-1 0,1 1 0,8 3 0,6-2 0,0 0 0,0-1 0,1-1 0,-1-1 0,0 0 0,30-4 0,-6 2 0,-39 1 0,1 0 0,0 0 0,-1-1 0,1 1 0,0-1 0,-1 0 0,1 0 0,-1-1 0,1 1 0,-1-1 0,0 0 0,0 0 0,0-1 0,5-3 0,-6 3 0,0 0 0,-1 0 0,1-1 0,-1 1 0,0-1 0,0 0 0,0 0 0,-1 0 0,1 1 0,-1-1 0,0-1 0,0 1 0,0 0 0,-1 0 0,1 0 0,-1-6 0,0 3 0,-1 0 0,1 1 0,-1-1 0,0 0 0,-1 0 0,0 1 0,0-1 0,0 1 0,-1 0 0,0 0 0,0 0 0,0 0 0,-1 0 0,0 0 0,0 1 0,-1 0 0,1 0 0,-1 0 0,0 1 0,0-1 0,-1 1 0,1 0 0,-10-4 0,1 0 0,0 1 0,0 0 0,-1 1 0,0 1 0,0 1 0,0 0 0,0 1 0,-1 0 0,-21 0 0,20 2 0,1 1 0,-1 0 0,0 2 0,-31 6 0,40-5 0,-1 0 0,1 0 0,0 1 0,0 0 0,0 0 0,0 1 0,1 0 0,0 0 0,0 1 0,-12 12 0,10-9 0,-1 0 0,0-1 0,0 0 0,-1-1 0,0 0 0,0-1 0,-1 0 0,1-1 0,-1 0 0,-1-1 0,1 0 0,-1-1 0,-18 2 0,-14 0 0,0-3 0,-70-4 0,26-1 0,32 2 0,0-1 0,-70-14 0,-11 1 0,30 5 0,-241-50 0,275 45 0,-119-29 0,159 36 0,0 1 0,0 2 0,-46-2 0,-105 8 0,69 2 0,-683-3 0,777 1 0,1 2 0,-1 0 0,1 1 0,0 1 0,0 2 0,1 0 0,-1 1 0,-27 15 0,32-17 0,0 0 0,0 0 0,-1-2 0,1 0 0,-1-1 0,-27 2 0,70-3 0,0 1 0,0 1 0,-1 1 0,41 13 0,34 8 0,99 22 0,-108-24 0,180 23 0,141-40 0,-326-8 0,-69 2 0,0 1 0,0 1 0,0 1 0,0 0 0,0 1 0,22 10 0,31 9 0,-32-14 0,1-1 0,-1-2 0,2-2 0,53 1 0,-38-7 0,-19 0 0,-1 1 0,0 2 0,52 9 0,-21-1 0,1-3 0,-1-3 0,93-5 0,-54-1 0,-83 0 342,-19-2-684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1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0.pn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12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.xml"/><Relationship Id="rId11" Type="http://schemas.openxmlformats.org/officeDocument/2006/relationships/image" Target="../media/image9.png"/><Relationship Id="rId5" Type="http://schemas.openxmlformats.org/officeDocument/2006/relationships/image" Target="../media/image6.svg"/><Relationship Id="rId10" Type="http://schemas.openxmlformats.org/officeDocument/2006/relationships/customXml" Target="../ink/ink3.xml"/><Relationship Id="rId4" Type="http://schemas.openxmlformats.org/officeDocument/2006/relationships/image" Target="../media/image5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6.xml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customXml" Target="../ink/ink5.xml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customXml" Target="../ink/ink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FFFFF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9265" y="959048"/>
            <a:ext cx="4207669" cy="6311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473404"/>
            <a:ext cx="7556421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HR Analytics Dashboard using Tableau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793790" y="4509016"/>
            <a:ext cx="75564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student project exploring employee attrition through data visualization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37565" y="5353762"/>
            <a:ext cx="1815703" cy="402314"/>
          </a:xfrm>
          <a:prstGeom prst="roundRect">
            <a:avLst>
              <a:gd name="adj" fmla="val 18944"/>
            </a:avLst>
          </a:prstGeom>
          <a:noFill/>
          <a:ln w="15240">
            <a:solidFill>
              <a:srgbClr val="FF95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3790" y="5436988"/>
            <a:ext cx="1275874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FF954F"/>
                </a:solidFill>
                <a:latin typeface="Montserrat" pitchFamily="34" charset="0"/>
              </a:rPr>
              <a:t>BHAVYA MISHRA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979841" y="5353762"/>
            <a:ext cx="1815703" cy="402312"/>
          </a:xfrm>
          <a:prstGeom prst="roundRect">
            <a:avLst>
              <a:gd name="adj" fmla="val 18944"/>
            </a:avLst>
          </a:prstGeom>
          <a:noFill/>
          <a:ln w="15240">
            <a:solidFill>
              <a:srgbClr val="FF95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76497" y="5432180"/>
            <a:ext cx="1150898" cy="23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FF954F"/>
                </a:solidFill>
                <a:latin typeface="Montserrat" pitchFamily="34" charset="0"/>
              </a:rPr>
              <a:t>R290222025</a:t>
            </a:r>
          </a:p>
          <a:p>
            <a:pPr marL="0" indent="0" algn="l">
              <a:lnSpc>
                <a:spcPts val="18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FFFFF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9265" y="959048"/>
            <a:ext cx="4207669" cy="6311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893921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Introduction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793790" y="2081808"/>
            <a:ext cx="7556421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uses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build an interactive HR Analytics Dashboard from a real-world employee dataset. The goal is to uncover patterns in </a:t>
            </a:r>
            <a:r>
              <a:rPr lang="en-US" sz="17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 attrition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helping organizations understand why employees leave and identify the departments, roles, and demographics most at risk.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810953"/>
            <a:ext cx="3664744" cy="1943695"/>
          </a:xfrm>
          <a:prstGeom prst="roundRect">
            <a:avLst>
              <a:gd name="adj" fmla="val 4901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43464" y="4060627"/>
            <a:ext cx="316539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📊</a:t>
            </a: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Dataset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43464" y="4620578"/>
            <a:ext cx="316539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HR Analytics Employee Attrition dataset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348" y="3810953"/>
            <a:ext cx="3664863" cy="1943695"/>
          </a:xfrm>
          <a:prstGeom prst="roundRect">
            <a:avLst>
              <a:gd name="adj" fmla="val 4901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5022" y="4060627"/>
            <a:ext cx="316551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🔍</a:t>
            </a: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Focus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4935022" y="4620578"/>
            <a:ext cx="3165515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Identifying attrition drivers across departments and job roles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981462"/>
            <a:ext cx="7556421" cy="1354098"/>
          </a:xfrm>
          <a:prstGeom prst="roundRect">
            <a:avLst>
              <a:gd name="adj" fmla="val 7036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43464" y="6231136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🎯</a:t>
            </a: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Outcome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043464" y="6791087"/>
            <a:ext cx="705707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Interactive, shareable Tableau dashboard with key insights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4284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Technology Stack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3195638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tools power this end-to-end analytics project — from raw data to published insights.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745587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596051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Tableau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793790" y="5156002"/>
            <a:ext cx="4158615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visualization tool used to design interactive charts, filters, and the final dashboard layout.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745587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596051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Microsoft Excel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5235893" y="5156002"/>
            <a:ext cx="4158615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for initial data cleaning, formatting, and preparing the HR dataset before importing into Tableau.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745587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596051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GitHub</a:t>
            </a:r>
            <a:endParaRPr lang="en-US" sz="2550" dirty="0"/>
          </a:p>
        </p:txBody>
      </p:sp>
      <p:sp>
        <p:nvSpPr>
          <p:cNvPr id="12" name="Text 7"/>
          <p:cNvSpPr/>
          <p:nvPr/>
        </p:nvSpPr>
        <p:spPr>
          <a:xfrm>
            <a:off x="9677995" y="5156002"/>
            <a:ext cx="4158615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repository for version control and sharing the workbook with peers and evaluators.</a:t>
            </a:r>
            <a:endParaRPr lang="en-US" sz="17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964F26E-52C5-B256-EB08-DC3A84BDA5B7}"/>
              </a:ext>
            </a:extLst>
          </p:cNvPr>
          <p:cNvGrpSpPr/>
          <p:nvPr/>
        </p:nvGrpSpPr>
        <p:grpSpPr>
          <a:xfrm>
            <a:off x="12845678" y="7782243"/>
            <a:ext cx="1583280" cy="336240"/>
            <a:chOff x="12845678" y="7782243"/>
            <a:chExt cx="1583280" cy="33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1DD4516-F377-6C7F-F746-1FE5FB5B1718}"/>
                    </a:ext>
                  </a:extLst>
                </p14:cNvPr>
                <p14:cNvContentPartPr/>
                <p14:nvPr/>
              </p14:nvContentPartPr>
              <p14:xfrm>
                <a:off x="12845678" y="7782243"/>
                <a:ext cx="1519200" cy="322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1DD4516-F377-6C7F-F746-1FE5FB5B171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83038" y="7719243"/>
                  <a:ext cx="16448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0B326F4-7188-F02E-49B3-C62278F11B35}"/>
                    </a:ext>
                  </a:extLst>
                </p14:cNvPr>
                <p14:cNvContentPartPr/>
                <p14:nvPr/>
              </p14:nvContentPartPr>
              <p14:xfrm>
                <a:off x="13370198" y="7861443"/>
                <a:ext cx="124560" cy="11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0B326F4-7188-F02E-49B3-C62278F11B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307198" y="7798443"/>
                  <a:ext cx="2502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709EFDC-DEFC-F78E-C8D1-A71757F769DB}"/>
                    </a:ext>
                  </a:extLst>
                </p14:cNvPr>
                <p14:cNvContentPartPr/>
                <p14:nvPr/>
              </p14:nvContentPartPr>
              <p14:xfrm>
                <a:off x="13541198" y="7861443"/>
                <a:ext cx="230760" cy="2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709EFDC-DEFC-F78E-C8D1-A71757F769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478198" y="7798803"/>
                  <a:ext cx="356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6EBD8F4-2FB5-26B6-94E0-A2CA0122B19A}"/>
                    </a:ext>
                  </a:extLst>
                </p14:cNvPr>
                <p14:cNvContentPartPr/>
                <p14:nvPr/>
              </p14:nvContentPartPr>
              <p14:xfrm>
                <a:off x="13158158" y="7820763"/>
                <a:ext cx="1270800" cy="297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6EBD8F4-2FB5-26B6-94E0-A2CA0122B19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095518" y="7757763"/>
                  <a:ext cx="1396440" cy="423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499348"/>
            <a:ext cx="5413177" cy="675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Findings &amp; Analysis</a:t>
            </a:r>
            <a:endParaRPr lang="en-US" sz="4050" dirty="0"/>
          </a:p>
        </p:txBody>
      </p:sp>
      <p:sp>
        <p:nvSpPr>
          <p:cNvPr id="5" name="Text 1"/>
          <p:cNvSpPr/>
          <p:nvPr/>
        </p:nvSpPr>
        <p:spPr>
          <a:xfrm>
            <a:off x="8876824" y="1271543"/>
            <a:ext cx="2667238" cy="337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What the Data Reveals</a:t>
            </a:r>
            <a:endParaRPr lang="en-US" sz="20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9435" y="1928959"/>
            <a:ext cx="271105" cy="27110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547228" y="1853533"/>
            <a:ext cx="5428059" cy="42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Attrition varies by department</a:t>
            </a: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Sales and R&amp;D show the highest departure rates.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2056" y="2647837"/>
            <a:ext cx="271105" cy="27110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547227" y="2572411"/>
            <a:ext cx="5428059" cy="42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Certain job roles are high-risk</a:t>
            </a: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Sales Reps and Lab Technicians lead in turnover.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2056" y="3275545"/>
            <a:ext cx="271105" cy="27110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547228" y="3195983"/>
            <a:ext cx="5428059" cy="42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Younger employees leave more</a:t>
            </a: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The 18–35 age group accounts for the majority of attrition.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40C04ED-26CD-5076-63AB-A7DAF8B0281A}"/>
                  </a:ext>
                </a:extLst>
              </p14:cNvPr>
              <p14:cNvContentPartPr/>
              <p14:nvPr/>
            </p14:nvContentPartPr>
            <p14:xfrm>
              <a:off x="12950078" y="7433763"/>
              <a:ext cx="1527480" cy="685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40C04ED-26CD-5076-63AB-A7DAF8B028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87438" y="7370763"/>
                <a:ext cx="1653120" cy="81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E93F268-F676-41D3-2B44-383D2BDEB705}"/>
                  </a:ext>
                </a:extLst>
              </p14:cNvPr>
              <p14:cNvContentPartPr/>
              <p14:nvPr/>
            </p14:nvContentPartPr>
            <p14:xfrm>
              <a:off x="4348598" y="3311763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E93F268-F676-41D3-2B44-383D2BDEB7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85958" y="3249123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37C6148-6249-423F-243E-EB97553D42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224" y="5017945"/>
            <a:ext cx="6694141" cy="23080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5C0195-AD93-DC77-5525-3E2677F8B4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9" y="1338560"/>
            <a:ext cx="6073132" cy="331161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3766E27-E624-B8C3-EECC-F76DA9B1BF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9450" y="4114800"/>
            <a:ext cx="76131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6331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Dashboard Output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8424427" y="1947088"/>
            <a:ext cx="4183737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What's Inside the Dashboard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8190961" y="2626102"/>
            <a:ext cx="4477534" cy="257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final Tableau dashboard features: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834831" y="2982039"/>
            <a:ext cx="5189794" cy="141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Attrition rate by department and job role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 group breakdown of employee exits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filters for deeper exploration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summary cards for quick overview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795" y="5676424"/>
            <a:ext cx="283488" cy="226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97097" y="5646301"/>
            <a:ext cx="7320201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8DA80D-301A-3E3F-CEC7-307EACEF0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87" y="1974056"/>
            <a:ext cx="6869493" cy="54271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42DB9B1-0179-92A3-E1A7-3465F0D89332}"/>
                  </a:ext>
                </a:extLst>
              </p14:cNvPr>
              <p14:cNvContentPartPr/>
              <p14:nvPr/>
            </p14:nvContentPartPr>
            <p14:xfrm>
              <a:off x="12923078" y="7804563"/>
              <a:ext cx="1545840" cy="2930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42DB9B1-0179-92A3-E1A7-3465F0D893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60078" y="7741563"/>
                <a:ext cx="1671480" cy="41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258</Words>
  <Application>Microsoft Office PowerPoint</Application>
  <PresentationFormat>Custom</PresentationFormat>
  <Paragraphs>37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Montserrat</vt:lpstr>
      <vt:lpstr>Marcellus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Bhavya Mishra</cp:lastModifiedBy>
  <cp:revision>2</cp:revision>
  <dcterms:created xsi:type="dcterms:W3CDTF">2026-04-19T07:34:14Z</dcterms:created>
  <dcterms:modified xsi:type="dcterms:W3CDTF">2026-04-19T07:45:16Z</dcterms:modified>
</cp:coreProperties>
</file>